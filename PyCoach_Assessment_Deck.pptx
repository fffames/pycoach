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92240"/>
            <a:ext cx="11338560" cy="0"/>
          </a:xfrm>
          <a:prstGeom prst="line">
            <a:avLst/>
          </a:prstGeom>
          <a:noFill/>
          <a:ln w="12700">
            <a:solidFill>
              <a:srgbClr val="DCE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40" kern="0" dirty="0">
                <a:solidFill>
                  <a:srgbClr val="58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PYCOACH  /  SHALOM INCHOI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698480" y="65653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87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JUL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F36B"/>
                </a:solidFill>
              </a:rPr>
              <a:t>PYCOACH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clicks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when you build it.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35204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D0C9"/>
                </a:solidFill>
              </a:rPr>
              <a:t>Adaptive practice, immediate feedback, and an instructor-ready view of learning.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4617720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EF6A47"/>
          </a:solidFill>
          <a:ln w="12700">
            <a:solidFill>
              <a:srgbClr val="EF6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69544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</a:rPr>
              <a:t>FDE + AI RESEARCH ENGINEER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907792" y="4617720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469544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7221B"/>
                </a:solidFill>
              </a:rPr>
              <a:t>DEPLOYED MVP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 rot="1200000">
            <a:off x="7863840" y="594360"/>
            <a:ext cx="3840480" cy="3840480"/>
          </a:xfrm>
          <a:prstGeom prst="arc">
            <a:avLst/>
          </a:prstGeom>
          <a:solidFill>
            <a:srgbClr val="17221B">
              <a:alpha val="0"/>
            </a:srgbClr>
          </a:solidFill>
          <a:ln w="38100">
            <a:solidFill>
              <a:srgbClr val="C7F36B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1828800"/>
            <a:ext cx="3840480" cy="3520440"/>
          </a:xfrm>
          <a:prstGeom prst="roundRect">
            <a:avLst>
              <a:gd name="adj" fmla="val 5195"/>
            </a:avLst>
          </a:prstGeom>
          <a:solidFill>
            <a:srgbClr val="20372A"/>
          </a:solidFill>
          <a:ln w="12700">
            <a:solidFill>
              <a:srgbClr val="3D5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23317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F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is_palindrome(text):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F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clean = text.lower()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F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clean == clean[::-1]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F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print(is_palindrome(input()))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82128" y="4251960"/>
            <a:ext cx="3154680" cy="502920"/>
          </a:xfrm>
          <a:prstGeom prst="roundRect">
            <a:avLst>
              <a:gd name="adj" fmla="val 18182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4425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21B"/>
                </a:solidFill>
              </a:rPr>
              <a:t>✓  All tests passed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One learning loop. Two clear surfaces.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Students get immediate coaching and mastery updates; instructors get cohort signal without digging through raw submission noise.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34290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A47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7249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1B"/>
                </a:solidFill>
              </a:rPr>
              <a:t>Practice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0392" y="32644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Open a focused Python assignment, write code in Monaco, and grade it in place.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3984" y="2057400"/>
            <a:ext cx="34290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A47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2584" y="27249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1B"/>
                </a:solidFill>
              </a:rPr>
              <a:t>Reflect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72584" y="32644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See score, feedback, mistakes, hint, mastery change, and the recommended next step.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66176" y="2057400"/>
            <a:ext cx="34290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4776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A47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94776" y="27249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21B"/>
                </a:solidFill>
              </a:rPr>
              <a:t>Review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94776" y="32644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Instructors see one row per student, then drill into mastery and submission history.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4434840"/>
            <a:ext cx="10972800" cy="1280160"/>
          </a:xfrm>
          <a:prstGeom prst="roundRect">
            <a:avLst>
              <a:gd name="adj" fmla="val 11429"/>
            </a:avLst>
          </a:prstGeom>
          <a:solidFill>
            <a:srgbClr val="17221B"/>
          </a:solidFill>
          <a:ln w="12700">
            <a:solidFill>
              <a:srgbClr val="1722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091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7F36B"/>
                </a:solidFill>
              </a:rPr>
              <a:t>AUTH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74520" y="46451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Email/password login, student self-signup, and clearly labeled demo accounts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6A47"/>
                </a:solidFill>
              </a:rPr>
              <a:t>RECOMMENDATION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4645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here → next unattempted skill → weakest mastery after evidence exists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BUILT, NOT MOCKED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The current product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Screens below come from the deployed app and reflect the latest login, student, and instructor flows.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57607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828800"/>
            <a:ext cx="2331720" cy="2761488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1828800"/>
            <a:ext cx="224028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3401568"/>
            <a:ext cx="2240280" cy="1682496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pic>
        <p:nvPicPr>
          <p:cNvPr id="9" name="Image 0" descr="/Users/boonkerdinchoi/Documents/PyCoach/slides/assets/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7672"/>
            <a:ext cx="5504688" cy="3950208"/>
          </a:xfrm>
          <a:prstGeom prst="rect">
            <a:avLst/>
          </a:prstGeom>
        </p:spPr>
      </p:pic>
      <p:pic>
        <p:nvPicPr>
          <p:cNvPr id="10" name="Image 1" descr="/Users/boonkerdinchoi/Documents/PyCoach/slides/assets/login-sign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38528"/>
            <a:ext cx="2002536" cy="2404872"/>
          </a:xfrm>
          <a:prstGeom prst="rect">
            <a:avLst/>
          </a:prstGeom>
        </p:spPr>
      </p:pic>
      <p:pic>
        <p:nvPicPr>
          <p:cNvPr id="11" name="Image 2" descr="/Users/boonkerdinchoi/Documents/PyCoach/slides/assets/instructor-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1965960"/>
            <a:ext cx="1993392" cy="1197864"/>
          </a:xfrm>
          <a:prstGeom prst="rect">
            <a:avLst/>
          </a:prstGeom>
        </p:spPr>
      </p:pic>
      <p:pic>
        <p:nvPicPr>
          <p:cNvPr id="12" name="Image 3" descr="/Users/boonkerdinchoi/Documents/PyCoach/slides/assets/student-det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547872"/>
            <a:ext cx="1993392" cy="1435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41248" y="5852160"/>
            <a:ext cx="1444752" cy="310896"/>
          </a:xfrm>
          <a:prstGeom prst="roundRect">
            <a:avLst>
              <a:gd name="adj" fmla="val 47059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41248" y="5929884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7221B"/>
                </a:solidFill>
              </a:rPr>
              <a:t>STUDENT DASHBOARD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7059168" y="4736592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EF6A47"/>
          </a:solidFill>
          <a:ln w="12700">
            <a:solidFill>
              <a:srgbClr val="EF6A47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059168" y="481431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</a:rPr>
              <a:t>LOGIN + SIGNUP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9345168" y="5230368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345168" y="53080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7221B"/>
                </a:solidFill>
              </a:rPr>
              <a:t>INSTRUCTOR DETAIL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A deliberately small MVP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One Next.js codebase, Supabase for auth and persistence, and Groq for fast grading feedback.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28346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21B"/>
                </a:solidFill>
              </a:rPr>
              <a:t>Browser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Next.js App Router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Monaco editor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148840"/>
            <a:ext cx="2834640" cy="1508760"/>
          </a:xfrm>
          <a:prstGeom prst="roundRect">
            <a:avLst>
              <a:gd name="adj" fmla="val 8485"/>
            </a:avLst>
          </a:prstGeom>
          <a:solidFill>
            <a:srgbClr val="EAF0E5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21B"/>
                </a:solidFill>
              </a:rPr>
              <a:t>Route handlers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8056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Grade · mastery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recommendations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2148840"/>
            <a:ext cx="28346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21B"/>
                </a:solidFill>
              </a:rPr>
              <a:t>Supabase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55280" y="29443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Auth · PostgreSQL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RLS policies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03320" y="2679192"/>
            <a:ext cx="347472" cy="411480"/>
          </a:xfrm>
          <a:prstGeom prst="chevron">
            <a:avLst/>
          </a:prstGeom>
          <a:solidFill>
            <a:srgbClr val="EF6A47"/>
          </a:solidFill>
          <a:ln w="12700">
            <a:solidFill>
              <a:srgbClr val="EF6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2679192"/>
            <a:ext cx="347472" cy="411480"/>
          </a:xfrm>
          <a:prstGeom prst="chevron">
            <a:avLst/>
          </a:prstGeom>
          <a:solidFill>
            <a:srgbClr val="EF6A47"/>
          </a:solidFill>
          <a:ln w="12700">
            <a:solidFill>
              <a:srgbClr val="EF6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4270248"/>
            <a:ext cx="2834640" cy="1143000"/>
          </a:xfrm>
          <a:prstGeom prst="roundRect">
            <a:avLst>
              <a:gd name="adj" fmla="val 11200"/>
            </a:avLst>
          </a:prstGeom>
          <a:solidFill>
            <a:srgbClr val="17221B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Groq LLM grader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882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8D2CB"/>
                </a:solidFill>
              </a:rPr>
              <a:t>Assignment + tests + rubric + reference solution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65008" y="4407408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44851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17221B"/>
                </a:solidFill>
              </a:rPr>
              <a:t>CURRENT MVP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065008" y="47823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67"/>
                </a:solidFill>
              </a:rPr>
              <a:t>• No arbitrary Python runs inside Next.js or the browser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51480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067"/>
                </a:solidFill>
              </a:rPr>
              <a:t>• Grading uses prompt-based evaluation with strict JSON output checks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AUTO-GRADING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Prompted for correctness, completeness, and useful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Current MVP uses Groq with richer grading context; deterministic execution is the production upgrade.</a:t>
            </a:r>
            <a:endParaRPr lang="en-US" sz="1200" dirty="0"/>
          </a:p>
        </p:txBody>
      </p:sp>
      <p:pic>
        <p:nvPicPr>
          <p:cNvPr id="5" name="Image 0" descr="/Users/boonkerdinchoi/Documents/PyCoach/slides/assets/assignment-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667512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2148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• Prompt includes title, description, skill, starter code, public tests, hidden tests, rubric, and backend-only reference solution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635240" y="2743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• The grader is asked to check every required branch or case, not just the easiest visible example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35240" y="3337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• If syntax issues and missing logic both exist, feedback should mention both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35240" y="3931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067"/>
                </a:solidFill>
              </a:rPr>
              <a:t>• Output must be valid JSON before any grade is saved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18120" y="5102352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EF6A47"/>
          </a:solidFill>
          <a:ln w="12700">
            <a:solidFill>
              <a:srgbClr val="EF6A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5180076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70" kern="0" dirty="0">
                <a:solidFill>
                  <a:srgbClr val="FFFFFF"/>
                </a:solidFill>
              </a:rPr>
              <a:t>PRODUCTION UPGRADE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964692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21B"/>
                </a:solidFill>
              </a:rPr>
              <a:t>Deterministic sandbox execution plus LLM explanation remains future work, not a current claim.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PERSONALIZATION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BKT is simple, interpretable, and honest about sparse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The UI hides the 0.30 prior until a skill has evidence, then recommends what to do next based on observed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47472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15968" y="1828800"/>
            <a:ext cx="347472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pic>
        <p:nvPicPr>
          <p:cNvPr id="7" name="Image 0" descr="/Users/boonkerdinchoi/Documents/PyCoach/slides/assets/mastery-pas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47672"/>
            <a:ext cx="3163824" cy="2752344"/>
          </a:xfrm>
          <a:prstGeom prst="rect">
            <a:avLst/>
          </a:prstGeom>
        </p:spPr>
      </p:pic>
      <p:pic>
        <p:nvPicPr>
          <p:cNvPr id="8" name="Image 1" descr="/Users/boonkerdinchoi/Documents/PyCoach/slides/assets/mastery-fai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947672"/>
            <a:ext cx="3163824" cy="2752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01000" y="1993392"/>
            <a:ext cx="1481328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47304" y="21854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5B3B"/>
                </a:solidFill>
              </a:rPr>
              <a:t>P(L₀)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823960" y="20848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21B"/>
                </a:solidFill>
              </a:rPr>
              <a:t>0.30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692640" y="1993392"/>
            <a:ext cx="1481328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38944" y="218541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5B3B"/>
                </a:solidFill>
              </a:rPr>
              <a:t>P(T)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15600" y="208483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21B"/>
                </a:solidFill>
              </a:rPr>
              <a:t>0.12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01000" y="2953512"/>
            <a:ext cx="1481328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47304" y="314553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5B3B"/>
                </a:solidFill>
              </a:rPr>
              <a:t>P(G)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823960" y="30449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21B"/>
                </a:solidFill>
              </a:rPr>
              <a:t>0.20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692640" y="2953512"/>
            <a:ext cx="1481328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38944" y="314553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5B3B"/>
                </a:solidFill>
              </a:rPr>
              <a:t>P(S)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515600" y="30449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21B"/>
                </a:solidFill>
              </a:rPr>
              <a:t>0.10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818120" y="3858768"/>
            <a:ext cx="416052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65008" y="41330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F6A47"/>
                </a:solidFill>
              </a:rPr>
              <a:t>Recommendation behavior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065008" y="44622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• Brand new student: start with Variables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065008" y="4782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• Partially attempted path: recommend the next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unattempted concept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065008" y="51023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• All skills attempted: recommend the weakest mastery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065008" y="54223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• Score below 80 after grading: retry the same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7067"/>
                </a:solidFill>
              </a:rPr>
              <a:t>assignment first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95B3B"/>
                </a:solidFill>
              </a:rPr>
              <a:t>EVIDENCE &amp; HANDOFF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B"/>
                </a:solidFill>
              </a:rPr>
              <a:t>What is real today, and what comes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389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The app is deployed, tested through build, and documented with clear next steps for production hardening.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92024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762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5B3B"/>
                </a:solidFill>
              </a:rPr>
              <a:t>LIVE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27157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07067"/>
                </a:solidFill>
              </a:rPr>
              <a:t>VERCEL APP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762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A47"/>
                </a:solidFill>
              </a:rPr>
              <a:t>AUTH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66160" y="27157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07067"/>
                </a:solidFill>
              </a:rPr>
              <a:t>LOGIN + SIGNUP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44768" y="192024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762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5B3B"/>
                </a:solidFill>
              </a:rPr>
              <a:t>GRADE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27648" y="27157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07067"/>
                </a:solidFill>
              </a:rPr>
              <a:t>GROQ + RUBRIC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906256" y="1920240"/>
            <a:ext cx="24688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CE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9136" y="21762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A47"/>
                </a:solidFill>
              </a:rPr>
              <a:t>OVERVIEW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89136" y="27157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07067"/>
                </a:solidFill>
              </a:rPr>
              <a:t>INSTRUCTOR DRILL-DOWN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58368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21B"/>
                </a:solidFill>
              </a:rPr>
              <a:t>Research basis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" y="4160520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Corbett &amp; Anderson (1995)  ·  Open PDF via ACT-R archive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Pardos &amp; Heffernan (2010)  ·  Open PDF via WPI archive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07067"/>
                </a:solidFill>
              </a:rPr>
              <a:t>Piech et al. (2015)  ·  Deep Knowledge Tracing (arXiv:1506.05908)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3657600"/>
            <a:ext cx="4160520" cy="1417320"/>
          </a:xfrm>
          <a:prstGeom prst="roundRect">
            <a:avLst>
              <a:gd name="adj" fmla="val 9677"/>
            </a:avLst>
          </a:prstGeom>
          <a:solidFill>
            <a:srgbClr val="C7F36B"/>
          </a:solidFill>
          <a:ln w="12700">
            <a:solidFill>
              <a:srgbClr val="C7F3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3931920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95B3B"/>
                </a:solidFill>
              </a:rPr>
              <a:t>NEXT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96912" y="42793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B"/>
                </a:solidFill>
              </a:rPr>
              <a:t>Add deterministic sandbox execution, per-test feedback, and calibrated BKT from real learner sequences.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8706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 Education Group practical assessment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PyCoach — Adaptive Python Practice</dc:title>
  <dc:subject>FDE &amp; AI Research Engineer Practical Assessment</dc:subject>
  <dc:creator>PyCoach</dc:creator>
  <cp:lastModifiedBy>PyCoach</cp:lastModifiedBy>
  <cp:revision>1</cp:revision>
  <dcterms:created xsi:type="dcterms:W3CDTF">2026-07-02T18:21:07Z</dcterms:created>
  <dcterms:modified xsi:type="dcterms:W3CDTF">2026-07-02T18:21:07Z</dcterms:modified>
</cp:coreProperties>
</file>